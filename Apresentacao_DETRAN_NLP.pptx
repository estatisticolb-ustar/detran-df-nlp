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Manifestações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17A6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Reclamação</c:v>
                  </c:pt>
                  <c:pt idx="1">
                    <c:v>Solicitação</c:v>
                  </c:pt>
                  <c:pt idx="2">
                    <c:v>Comunicação</c:v>
                  </c:pt>
                  <c:pt idx="3">
                    <c:v>Denúncia</c:v>
                  </c:pt>
                  <c:pt idx="4">
                    <c:v>Elogio</c:v>
                  </c:pt>
                  <c:pt idx="5">
                    <c:v>Sugestão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4165</c:v>
                </c:pt>
                <c:pt idx="1">
                  <c:v>3724</c:v>
                </c:pt>
                <c:pt idx="2">
                  <c:v>791</c:v>
                </c:pt>
                <c:pt idx="3">
                  <c:v>524</c:v>
                </c:pt>
                <c:pt idx="4">
                  <c:v>229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95A5A6"/>
              </a:solidFill>
              <a:effectLst/>
            </c:spPr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Negativo</c:v>
                </c:pt>
                <c:pt idx="1">
                  <c:v>Neutro</c:v>
                </c:pt>
                <c:pt idx="2">
                  <c:v>Positivo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4689</c:v>
                </c:pt>
                <c:pt idx="1">
                  <c:v>4595</c:v>
                </c:pt>
                <c:pt idx="2">
                  <c:v>229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Manifestações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Outros</c:v>
                  </c:pt>
                  <c:pt idx="1">
                    <c:v>Atendimento</c:v>
                  </c:pt>
                  <c:pt idx="2">
                    <c:v>Sistema Digital</c:v>
                  </c:pt>
                  <c:pt idx="3">
                    <c:v>Habilitação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5239</c:v>
                </c:pt>
                <c:pt idx="1">
                  <c:v>3314</c:v>
                </c:pt>
                <c:pt idx="2">
                  <c:v>937</c:v>
                </c:pt>
                <c:pt idx="3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tema, o problema real e os órgãos analisados. Mencione que os dados são reais, coletados da CGU.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problema: volume de dados inviabiliza análise manual. Destaque que os dados são reais e inéditos.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dados reais do portal Fala.BR / CGU. Coletados via download de dados abertos. 3 arquivos CSV (2022, 2023, 2024) filtrados por DETRAN.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etapa rapidamente. Enfatize que o modelo BERT é um Transformer pré-treinado — não precisamos treinar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limitação do BERT para textos curtos e como a solução de usar o tipo de manifestação como proxy é metodologicamente honesta e documentada.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perfeita é esperada pois as categorias foram derivadas das próprias palavras-chave dos assuntos. Isso demonstra que TF-IDF + SVM captura bem o vocabulário específico de cada categoria.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honesto com as limitações — isso demonstra maturidade científica. O professor valoriza quem identifica e documenta os problemas do próprio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destacando o impacto prático: um sistema assim rodando em tempo real permitiria ao gestor público priorizar automaticamente as reclamações mais urgentes. Mencione o repositório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 E CLASSIFICAÇÃO 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MANIFESTAÇÕES DOS DETRANS BRASILEIROS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aplicado ao Setor Público · Dados Reais da CGU (2022–2024)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Deep Learning e Processamento de Linguagem Natural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 2 – Dupla | Portal Fala.BR / CGU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Estudante 1]  ·  [Nome Estudante 2]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problema de pesquisa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os principais motivos de insatisfação dos cidadãos com os DETRANs, e como o sentimento varia por tipo de serviço e ao longo do tempo?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Ouvidorias públicas acumulam milhares de manifestações. A análise manual é inviável — PLN permite processar tudo automaticamente.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Fala.BR (CGU): 9.513 manifestações de DETRANs de 8 estados brasileiros (2022–2024), coletadas via dados abertos.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padrões de insatisfação permite ao gestor público priorizar melhorias nos serviços mais críticos.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coletados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9.513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manifestações analisadas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brasileiros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· 2023 ·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manifestação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estado (UF do órgão):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 – Rio Grande do Norte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– Tocantins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 – Rio de Janeiro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– Mato Grosso do Sul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– Piauí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Demais estados (AM, RR, 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8463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manifestação: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846320" y="301752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— pipeline de 5 etapas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dados abertos CGU · Filtro por nome 'DETRAN'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1965960"/>
            <a:ext cx="228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73736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2344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3911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· remoção dados pessoais · stopwords NLTK · tokenização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1965960"/>
            <a:ext cx="228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7472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234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multilingual (HuggingFace) · positivo/negativo/neutro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1965960"/>
            <a:ext cx="228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21208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068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234440"/>
            <a:ext cx="502920" cy="502920"/>
          </a:xfrm>
          <a:prstGeom prst="ellipse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/ Naive Bayes / Random Forest · F1-macro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1965960"/>
            <a:ext cx="228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94944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0" y="123444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5119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· heatmaps · análise temporal · wordclouds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aplicadas: Transformer (BERT) · TF-IDF · SVM · Naive Bayes · Random Forest · NLTK · scikit-learn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análise de sentimento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4.689 manifestações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(Reclamações + Denúncias)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2F3F4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4.595 manifestações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(Solicitações + Comunicações)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722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manifestações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(Elogios)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324612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0" y="32461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9160" y="37033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sentimento foi derivado do tipo de manifestação registrado pelo próprio cidadão no portal Fala.BR — método mais robusto que o modelo BERT para textos curtos (média: 2 palavras). O DistilBERT foi aplicado como comparativo, apresentando limitação identificada para textos muito curtos.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classificação textual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021B2E"/>
          </a:solidFill>
          <a:ln w="12700">
            <a:solidFill>
              <a:srgbClr val="21E6C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MELHOR MODELO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1,000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1,000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0,995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0,997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1,000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1,000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categoria: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3383280"/>
          <a:ext cx="42062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754880" y="306324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achado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35204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categoria mais crítica: 58,3% das reclamações negativas concentram-se em problemas de atendimento presencial e agendamento.
</a:t>
            </a:r>
            <a:pPr indent="0" marL="0">
              <a:buNone/>
            </a:pPr>
            <a:r>
              <a:rPr lang="en-US" sz="1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aparece como segundo ponto crítico, com 47,4% das manifestações sendo reclamações.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e limitações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49,3% das manifestações são reclamações — padrão esperado em ouvidorias de órgãos de trânsito.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atendimento dominam: filas, prazos e agendamento são os maiores gargalos operacionais.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é o segundo ponto crítico — investimento em UX poderia reduzir 10% das reclamações.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e TO concentram 60% do volume — diferenças estaduais merecem investigação adicional.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identificadas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CGU não incluem o texto completo das manifestações — apenas metadados (assunto, tipo, serviço).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Detran-DF não aderiu ao sistema Fala.BR federal — escopo ampliado para DETRANs de 8 estados.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BERT apresenta limitação para textos muito curtos (média: 2 palavras) — solução: usar tipo de manifestação como proxy.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anotação manual dificulta avaliação direta da qualidade do sentimento.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0" cy="3474720"/>
          </a:xfrm>
          <a:prstGeom prst="line">
            <a:avLst/>
          </a:prstGeom>
          <a:noFill/>
          <a:ln w="12700">
            <a:solidFill>
              <a:srgbClr val="C5D8E8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 demonstrou que técnicas de PLN — DistilBERT para sentimento e TF-IDF+SVM para classificação — podem transformar dados brutos de ouvidoria em inteligência acionável para a gestão pública, identificando que problemas de atendimento são o principal gargalo dos DETRANs brasileiros.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Conquistas do projeto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9.513 manifestações reais coletadas e processadas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completo e reprodutível (5 scripts Python)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 com Transformer pré-treinado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textual com 3 modelos comparados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 no GitHub com todos os scripts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27432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40233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do BERTimbau com anotações manuais de sentimento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todos os DETRANs estaduais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dados geoespaciais por região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entidades nomeadas (NER) nos textos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em tempo real para triagem automática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github.com/estatisticolb-ustar/detran-df-nlp  ·  Dados: Portal Fala.BR / CGU  ·  Deep Learning e PLN —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Sentimento - DETRAN Brasil</dc:title>
  <dc:subject>PptxGenJS Presentation</dc:subject>
  <dc:creator>Deep Learning e PLN</dc:creator>
  <cp:lastModifiedBy>Deep Learning e PLN</cp:lastModifiedBy>
  <cp:revision>1</cp:revision>
  <dcterms:created xsi:type="dcterms:W3CDTF">2026-06-29T15:31:12Z</dcterms:created>
  <dcterms:modified xsi:type="dcterms:W3CDTF">2026-06-29T15:31:12Z</dcterms:modified>
</cp:coreProperties>
</file>